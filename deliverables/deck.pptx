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 :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2 : PROBLEM STATEMENT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3 : SOLUTION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4 : ARCHITECTURE / WORKFLOW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5 : DATASETS / INPUTS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6 : IMPACT &amp; CLOSE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Six travelers, one query, one lazy answer</dc:title>
  <dc:subject>PptxGenJS Presentation</dc:subject>
  <dc:creator>Created by Marp</dc:creator>
  <cp:lastModifiedBy>Created by Marp</cp:lastModifiedBy>
  <cp:revision>1</cp:revision>
  <dcterms:created xsi:type="dcterms:W3CDTF">2026-07-12T17:54:18Z</dcterms:created>
  <dcterms:modified xsi:type="dcterms:W3CDTF">2026-07-12T17:54:18Z</dcterms:modified>
</cp:coreProperties>
</file>